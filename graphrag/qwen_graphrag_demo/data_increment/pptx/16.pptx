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绿岸环保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优势：</a:t>
            </a:r>
          </a:p>
          <a:p>
            <a:r>
              <a:t>交付经验丰富</a:t>
            </a:r>
          </a:p>
          <a:p>
            <a:r>
              <a:t>成本优势</a:t>
            </a:r>
          </a:p>
          <a:p>
            <a:r>
              <a:t>技术领先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