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已完成项目汇报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星航智能科技有限公司 | 项目知识库测试数据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P001 智慧园区无人巡检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项目状态：已完成</a:t>
            </a:r>
          </a:p>
          <a:p>
            <a:pPr/>
            <a:r>
              <a:t>客户：华东某科技园区</a:t>
            </a:r>
          </a:p>
          <a:p>
            <a:pPr/>
            <a:r>
              <a:t>负责人：王磊</a:t>
            </a:r>
          </a:p>
          <a:p>
            <a:pPr/>
            <a:r>
              <a:t>参与人员：陈浩, 李明, 马强, 赵凯</a:t>
            </a:r>
          </a:p>
          <a:p>
            <a:pPr/>
            <a:r>
              <a:t>周期：2024-03 至 2024-11</a:t>
            </a:r>
          </a:p>
          <a:p>
            <a:pPr/>
            <a:r>
              <a:t>项目说明：建设室外园区无人巡检车系统，包含地图构建、自动导航、视觉识别、远程调度和异常告警。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P002 GraphRAG企业知识库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项目状态：已完成</a:t>
            </a:r>
          </a:p>
          <a:p>
            <a:pPr/>
            <a:r>
              <a:t>客户：集团内部试点</a:t>
            </a:r>
          </a:p>
          <a:p>
            <a:pPr/>
            <a:r>
              <a:t>负责人：李婷</a:t>
            </a:r>
          </a:p>
          <a:p>
            <a:pPr/>
            <a:r>
              <a:t>参与人员：何远, 高宁, 刘博, 林若, 许晨</a:t>
            </a:r>
          </a:p>
          <a:p>
            <a:pPr/>
            <a:r>
              <a:t>周期：2024-09 至 2025-02</a:t>
            </a:r>
          </a:p>
          <a:p>
            <a:pPr/>
            <a:r>
              <a:t>项目说明：将制度、合同、会议纪要、项目文档抽取为实体关系图，并接入向量检索实现问答。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P003 矿区自动驾驶运输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项目状态：已完成</a:t>
            </a:r>
          </a:p>
          <a:p>
            <a:pPr/>
            <a:r>
              <a:t>客户：西北某矿业集团</a:t>
            </a:r>
          </a:p>
          <a:p>
            <a:pPr/>
            <a:r>
              <a:t>负责人：赵凯</a:t>
            </a:r>
          </a:p>
          <a:p>
            <a:pPr/>
            <a:r>
              <a:t>参与人员：王磊, 李明, 陈浩, 马强</a:t>
            </a:r>
          </a:p>
          <a:p>
            <a:pPr/>
            <a:r>
              <a:t>周期：2023-07 至 2024-08</a:t>
            </a:r>
          </a:p>
          <a:p>
            <a:pPr/>
            <a:r>
              <a:t>项目说明：面向封闭矿区运输车辆，建设定位、路径规划、车辆调度和远程监控系统。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P004 道路交通目标检测平台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项目状态：已完成</a:t>
            </a:r>
          </a:p>
          <a:p>
            <a:pPr/>
            <a:r>
              <a:t>客户：某智能交通研究院</a:t>
            </a:r>
          </a:p>
          <a:p>
            <a:pPr/>
            <a:r>
              <a:t>负责人：王磊</a:t>
            </a:r>
          </a:p>
          <a:p>
            <a:pPr/>
            <a:r>
              <a:t>参与人员：陈浩, 孙悦, 刘博, 唐雨</a:t>
            </a:r>
          </a:p>
          <a:p>
            <a:pPr/>
            <a:r>
              <a:t>周期：2025-01 至 2025-06</a:t>
            </a:r>
          </a:p>
          <a:p>
            <a:pPr/>
            <a:r>
              <a:t>项目说明：构建交通标志、交通灯、小目标检测数据集与模型训练平台。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