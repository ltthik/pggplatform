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当前可承接项目与解决方案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星航智能科技有限公司 | 售前方案资料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P005 智能客服知识中台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当前状态：进行中</a:t>
            </a:r>
          </a:p>
          <a:p>
            <a:pPr/>
            <a:r>
              <a:t>方案负责人：李婷</a:t>
            </a:r>
          </a:p>
          <a:p>
            <a:pPr/>
            <a:r>
              <a:t>预计预算：150万</a:t>
            </a:r>
          </a:p>
          <a:p>
            <a:pPr/>
            <a:r>
              <a:t>预计周期：2025-10 至 2026-06</a:t>
            </a:r>
          </a:p>
          <a:p>
            <a:pPr/>
            <a:r>
              <a:t>建议参与人员：何远, 周琪, 高宁, 许晨</a:t>
            </a:r>
          </a:p>
          <a:p>
            <a:pPr/>
            <a:r>
              <a:t>能力说明：基于向量数据库和知识图谱，为客服坐席提供工单推荐、知识问答与流程提醒。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P006 园区数字孪生平台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当前状态：可承接</a:t>
            </a:r>
          </a:p>
          <a:p>
            <a:pPr/>
            <a:r>
              <a:t>方案负责人：周琪</a:t>
            </a:r>
          </a:p>
          <a:p>
            <a:pPr/>
            <a:r>
              <a:t>预计预算：预计260万</a:t>
            </a:r>
          </a:p>
          <a:p>
            <a:pPr/>
            <a:r>
              <a:t>预计周期：预计6-8个月</a:t>
            </a:r>
          </a:p>
          <a:p>
            <a:pPr/>
            <a:r>
              <a:t>建议参与人员：赵凯, 许晨, 李明</a:t>
            </a:r>
          </a:p>
          <a:p>
            <a:pPr/>
            <a:r>
              <a:t>能力说明：将园区道路、建筑、设备、巡检路线、告警事件统一建模为数字孪生系统。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P007 边缘AI质检盒子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当前状态：可承接</a:t>
            </a:r>
          </a:p>
          <a:p>
            <a:pPr/>
            <a:r>
              <a:t>方案负责人：孙悦</a:t>
            </a:r>
          </a:p>
          <a:p>
            <a:pPr/>
            <a:r>
              <a:t>预计预算：预计80万</a:t>
            </a:r>
          </a:p>
          <a:p>
            <a:pPr/>
            <a:r>
              <a:t>预计周期：预计3-4个月</a:t>
            </a:r>
          </a:p>
          <a:p>
            <a:pPr/>
            <a:r>
              <a:t>建议参与人员：马强, 陈浩, 刘博</a:t>
            </a:r>
          </a:p>
          <a:p>
            <a:pPr/>
            <a:r>
              <a:t>能力说明：在Jetson等边缘设备上部署视觉检测模型，用于缺陷检测、状态识别和产线质检。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P008 企业文档解析平台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当前状态：可承接</a:t>
            </a:r>
          </a:p>
          <a:p>
            <a:pPr/>
            <a:r>
              <a:t>方案负责人：林若</a:t>
            </a:r>
          </a:p>
          <a:p>
            <a:pPr/>
            <a:r>
              <a:t>预计预算：预计120万</a:t>
            </a:r>
          </a:p>
          <a:p>
            <a:pPr/>
            <a:r>
              <a:t>预计周期：预计4-6个月</a:t>
            </a:r>
          </a:p>
          <a:p>
            <a:pPr/>
            <a:r>
              <a:t>建议参与人员：李婷, 何远, 刘博, 高宁</a:t>
            </a:r>
          </a:p>
          <a:p>
            <a:pPr/>
            <a:r>
              <a:t>能力说明：支持Word、PDF、PPT、Excel、图片等文件解析为结构化文本，并进入向量库和知识图谱。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